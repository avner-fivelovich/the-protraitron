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07F81F-31BA-4278-98C2-76805C2E7C83}" v="2" dt="2026-06-24T10:39:56.781"/>
    <p1510:client id="{F8D7D2EE-F6B6-41F9-AB45-E138788FDCF6}" v="1" dt="2026-06-23T12:45:45.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25" y="-9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a Shmuely" userId="8a3edc0d-abc0-46da-9329-2a4592cfdfd3" providerId="ADAL" clId="{19831F87-7DC5-4435-8F43-5F041B964954}"/>
    <pc:docChg chg="undo custSel modSld">
      <pc:chgData name="Shira Shmuely" userId="8a3edc0d-abc0-46da-9329-2a4592cfdfd3" providerId="ADAL" clId="{19831F87-7DC5-4435-8F43-5F041B964954}" dt="2026-06-24T10:41:23.629" v="500" actId="20577"/>
      <pc:docMkLst>
        <pc:docMk/>
      </pc:docMkLst>
      <pc:sldChg chg="modSp mod">
        <pc:chgData name="Shira Shmuely" userId="8a3edc0d-abc0-46da-9329-2a4592cfdfd3" providerId="ADAL" clId="{19831F87-7DC5-4435-8F43-5F041B964954}" dt="2026-06-24T10:41:23.629" v="500" actId="20577"/>
        <pc:sldMkLst>
          <pc:docMk/>
          <pc:sldMk cId="2667930858" sldId="256"/>
        </pc:sldMkLst>
        <pc:spChg chg="mod">
          <ac:chgData name="Shira Shmuely" userId="8a3edc0d-abc0-46da-9329-2a4592cfdfd3" providerId="ADAL" clId="{19831F87-7DC5-4435-8F43-5F041B964954}" dt="2026-06-24T10:41:23.629" v="500" actId="20577"/>
          <ac:spMkLst>
            <pc:docMk/>
            <pc:sldMk cId="2667930858" sldId="256"/>
            <ac:spMk id="6" creationId="{D404C5F7-ED12-ECDB-EA51-303607F28BA3}"/>
          </ac:spMkLst>
        </pc:spChg>
      </pc:sldChg>
    </pc:docChg>
  </pc:docChgLst>
  <pc:docChgLst>
    <pc:chgData name="Shira Shmuely" userId="8a3edc0d-abc0-46da-9329-2a4592cfdfd3" providerId="ADAL" clId="{65A16247-AA8A-43A2-9D1A-B736727B90AD}"/>
    <pc:docChg chg="undo custSel delSld modSld">
      <pc:chgData name="Shira Shmuely" userId="8a3edc0d-abc0-46da-9329-2a4592cfdfd3" providerId="ADAL" clId="{65A16247-AA8A-43A2-9D1A-B736727B90AD}" dt="2026-06-23T12:47:47.821" v="425" actId="20577"/>
      <pc:docMkLst>
        <pc:docMk/>
      </pc:docMkLst>
      <pc:sldChg chg="modSp mod">
        <pc:chgData name="Shira Shmuely" userId="8a3edc0d-abc0-46da-9329-2a4592cfdfd3" providerId="ADAL" clId="{65A16247-AA8A-43A2-9D1A-B736727B90AD}" dt="2026-06-23T12:47:47.821" v="425" actId="20577"/>
        <pc:sldMkLst>
          <pc:docMk/>
          <pc:sldMk cId="2667930858" sldId="256"/>
        </pc:sldMkLst>
        <pc:spChg chg="mod">
          <ac:chgData name="Shira Shmuely" userId="8a3edc0d-abc0-46da-9329-2a4592cfdfd3" providerId="ADAL" clId="{65A16247-AA8A-43A2-9D1A-B736727B90AD}" dt="2026-06-23T12:47:47.821" v="425" actId="20577"/>
          <ac:spMkLst>
            <pc:docMk/>
            <pc:sldMk cId="2667930858" sldId="256"/>
            <ac:spMk id="6" creationId="{D404C5F7-ED12-ECDB-EA51-303607F28BA3}"/>
          </ac:spMkLst>
        </pc:spChg>
      </pc:sldChg>
      <pc:sldChg chg="del">
        <pc:chgData name="Shira Shmuely" userId="8a3edc0d-abc0-46da-9329-2a4592cfdfd3" providerId="ADAL" clId="{65A16247-AA8A-43A2-9D1A-B736727B90AD}" dt="2026-06-23T12:43:50.078" v="101" actId="47"/>
        <pc:sldMkLst>
          <pc:docMk/>
          <pc:sldMk cId="157673725" sldId="257"/>
        </pc:sldMkLst>
      </pc:sldChg>
      <pc:sldChg chg="del">
        <pc:chgData name="Shira Shmuely" userId="8a3edc0d-abc0-46da-9329-2a4592cfdfd3" providerId="ADAL" clId="{65A16247-AA8A-43A2-9D1A-B736727B90AD}" dt="2026-06-23T12:43:51.078" v="102" actId="47"/>
        <pc:sldMkLst>
          <pc:docMk/>
          <pc:sldMk cId="3452281527" sldId="25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4FB4-BD53-D56D-1773-E3679D2775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D7737-01B8-CF0A-A425-508371C944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407C77-330B-1774-D92B-A5E860563C03}"/>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ACFFE35E-1BA6-989E-6F07-10506B24E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EB30B1-773D-D5FF-EC9C-2FDD007BF50F}"/>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78377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D4E9-4EB3-CA61-1334-3C75E5F5B0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74AAA-BFD3-8523-BBCA-095D935C1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EC001D-0DAE-35EE-0533-E6435DBAA921}"/>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3B5F3BDC-9DAC-2564-0906-A122D47D3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9756A-7465-9993-0CC3-AC3147FD6912}"/>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496218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B23F-86BD-D4E8-7693-463EBD849D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C68E2-412C-F7A8-14D0-B7088BF90E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5A4DFB-0CB6-3BCF-3A9C-2EB355A27DBB}"/>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5D802844-F892-F6E3-2E37-C154588BE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C8C74-24F5-AAFA-DB64-3E2A8745C5EC}"/>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047758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42AE-D7C5-3FC3-084E-C7134B55D9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02830E-806B-CEFF-BBC5-B7C9B85207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A7C929-D3B4-03A9-21D1-A79085CF49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66171B-5D20-2D1B-C2EE-BDA1B642CD4E}"/>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6" name="Footer Placeholder 5">
            <a:extLst>
              <a:ext uri="{FF2B5EF4-FFF2-40B4-BE49-F238E27FC236}">
                <a16:creationId xmlns:a16="http://schemas.microsoft.com/office/drawing/2014/main" id="{CB5F3ADF-3B26-0F1E-D832-A131A9A98B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D4CDF0-EBC9-5463-5DC9-1CAD41F73CF7}"/>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2535545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502F-2E27-40BD-1B73-D989320999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51AFAD-5B01-6468-A20B-F0F929B804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EA4C1D-184B-B892-27A9-F8B963DA88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A0C1D9-C33F-844B-9045-E16C3D810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45BC65-0A33-18E8-2E76-5DBF127DBF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E6DB67-DDF8-492A-25A6-0FF0FEAF503B}"/>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8" name="Footer Placeholder 7">
            <a:extLst>
              <a:ext uri="{FF2B5EF4-FFF2-40B4-BE49-F238E27FC236}">
                <a16:creationId xmlns:a16="http://schemas.microsoft.com/office/drawing/2014/main" id="{94CFFC69-1775-A359-043F-1615CAA815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B245FE-E913-4704-E390-B6AC1187E56F}"/>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41056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818CE-8D58-7F88-8782-2695BE7DF1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A8678B-68BE-B651-1854-D60E07CFCED8}"/>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4" name="Footer Placeholder 3">
            <a:extLst>
              <a:ext uri="{FF2B5EF4-FFF2-40B4-BE49-F238E27FC236}">
                <a16:creationId xmlns:a16="http://schemas.microsoft.com/office/drawing/2014/main" id="{56906C56-9853-CD33-C6DF-CFF8CA8D9E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4D417-DFA5-64E2-F194-C64BA4036D6C}"/>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607248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C07474-421F-C57B-46B6-D85DCA46B4D0}"/>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3" name="Footer Placeholder 2">
            <a:extLst>
              <a:ext uri="{FF2B5EF4-FFF2-40B4-BE49-F238E27FC236}">
                <a16:creationId xmlns:a16="http://schemas.microsoft.com/office/drawing/2014/main" id="{8140E66C-11D7-4212-552A-C64217A08C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5068FB-93C8-80DF-3F71-83748D43A30E}"/>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4199464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48A0D-9780-2219-306A-8431E25F0E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15E3CA-1DE4-77D1-D05A-0707C6C2BD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2151F5-4F51-1848-A556-CDAB9FDE4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034F8-FE51-511E-60FC-772B750EB903}"/>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6" name="Footer Placeholder 5">
            <a:extLst>
              <a:ext uri="{FF2B5EF4-FFF2-40B4-BE49-F238E27FC236}">
                <a16:creationId xmlns:a16="http://schemas.microsoft.com/office/drawing/2014/main" id="{8AA98737-11B1-AF10-3C51-344633949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E9553B-C603-59B3-7AB3-2B1F3BAC54C0}"/>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255445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DBED-71F4-4998-E8E2-400A994D0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77740E-9F01-2643-462A-64F8171C0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E2004A-4674-4242-9237-E0B359EBA3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65C68-16F5-80F2-5923-5B7C8BF5321B}"/>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6" name="Footer Placeholder 5">
            <a:extLst>
              <a:ext uri="{FF2B5EF4-FFF2-40B4-BE49-F238E27FC236}">
                <a16:creationId xmlns:a16="http://schemas.microsoft.com/office/drawing/2014/main" id="{CA01274E-3A33-B774-7C6D-3B7A86E575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A8273D-5FC0-9892-E555-6C8609276B15}"/>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335692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E93A-6D62-8DF3-C9D9-4F84117EB3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2E04B1-F383-36AA-E243-AC6F2CFF9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D4790-4146-3B8D-BD8D-3D4756552288}"/>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F737CAB0-1FF6-BF06-08D8-031346D6C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F710A-C547-D2A0-B19D-5D8F3DB57920}"/>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1899428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34D04C-3669-F02D-8BDC-4A5DF819E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604CCC-189D-9A4D-EAC8-1BAB1C4C06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3E15F-ED64-4EC7-F5AE-4B820C655039}"/>
              </a:ext>
            </a:extLst>
          </p:cNvPr>
          <p:cNvSpPr>
            <a:spLocks noGrp="1"/>
          </p:cNvSpPr>
          <p:nvPr>
            <p:ph type="dt" sz="half" idx="10"/>
          </p:nvPr>
        </p:nvSpPr>
        <p:spPr/>
        <p:txBody>
          <a:body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C45EFEDD-289C-A796-E8FE-993E93784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E8032-8F04-FAA7-A19C-9EBC9691FC16}"/>
              </a:ext>
            </a:extLst>
          </p:cNvPr>
          <p:cNvSpPr>
            <a:spLocks noGrp="1"/>
          </p:cNvSpPr>
          <p:nvPr>
            <p:ph type="sldNum" sz="quarter" idx="12"/>
          </p:nvPr>
        </p:nvSpPr>
        <p:spPr/>
        <p:txBody>
          <a:bodyPr/>
          <a:lstStyle/>
          <a:p>
            <a:fld id="{2CCCB4A4-EEBF-4341-BD46-0FB963C34A78}" type="slidenum">
              <a:rPr lang="en-US" smtClean="0"/>
              <a:t>‹#›</a:t>
            </a:fld>
            <a:endParaRPr lang="en-US"/>
          </a:p>
        </p:txBody>
      </p:sp>
    </p:spTree>
    <p:extLst>
      <p:ext uri="{BB962C8B-B14F-4D97-AF65-F5344CB8AC3E}">
        <p14:creationId xmlns:p14="http://schemas.microsoft.com/office/powerpoint/2010/main" val="4247638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7BD01-AE64-2BAA-7F25-015E94E6C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D796AE-42C4-D1E4-61E8-4E524625A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E1947-48FF-4D91-6A4D-DE166DAEB3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7D4E7F-3A56-4AAA-AA74-4AAA8ACF2A0D}" type="datetimeFigureOut">
              <a:rPr lang="en-US" smtClean="0"/>
              <a:t>6/24/2026</a:t>
            </a:fld>
            <a:endParaRPr lang="en-US"/>
          </a:p>
        </p:txBody>
      </p:sp>
      <p:sp>
        <p:nvSpPr>
          <p:cNvPr id="5" name="Footer Placeholder 4">
            <a:extLst>
              <a:ext uri="{FF2B5EF4-FFF2-40B4-BE49-F238E27FC236}">
                <a16:creationId xmlns:a16="http://schemas.microsoft.com/office/drawing/2014/main" id="{09769DA7-DBD7-501A-2DC8-A14427E5B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5D354A-56A5-7F17-2CB3-DAF4DE54B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CCB4A4-EEBF-4341-BD46-0FB963C34A78}" type="slidenum">
              <a:rPr lang="en-US" smtClean="0"/>
              <a:t>‹#›</a:t>
            </a:fld>
            <a:endParaRPr lang="en-US"/>
          </a:p>
        </p:txBody>
      </p:sp>
    </p:spTree>
    <p:extLst>
      <p:ext uri="{BB962C8B-B14F-4D97-AF65-F5344CB8AC3E}">
        <p14:creationId xmlns:p14="http://schemas.microsoft.com/office/powerpoint/2010/main" val="3898366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8301F4-DB67-EB9C-22D5-9DDD04BB227E}"/>
              </a:ext>
            </a:extLst>
          </p:cNvPr>
          <p:cNvSpPr txBox="1"/>
          <p:nvPr/>
        </p:nvSpPr>
        <p:spPr>
          <a:xfrm>
            <a:off x="-927862" y="-495151"/>
            <a:ext cx="6094476" cy="7848302"/>
          </a:xfrm>
          <a:prstGeom prst="rect">
            <a:avLst/>
          </a:prstGeom>
          <a:noFill/>
        </p:spPr>
        <p:txBody>
          <a:bodyPr wrap="square">
            <a:spAutoFit/>
          </a:bodyPr>
          <a:lstStyle/>
          <a:p>
            <a:pPr algn="r"/>
            <a:r>
              <a:rPr lang="he-IL" dirty="0"/>
              <a:t>1.  כותרת המתארת את נושא הפרויקט</a:t>
            </a:r>
          </a:p>
          <a:p>
            <a:pPr algn="r"/>
            <a:endParaRPr lang="he-IL" dirty="0"/>
          </a:p>
          <a:p>
            <a:pPr algn="r"/>
            <a:r>
              <a:rPr lang="he-IL" dirty="0"/>
              <a:t>2.  שמות חברי הצוות</a:t>
            </a:r>
          </a:p>
          <a:p>
            <a:pPr algn="r"/>
            <a:endParaRPr lang="he-IL" dirty="0"/>
          </a:p>
          <a:p>
            <a:pPr algn="r"/>
            <a:r>
              <a:rPr lang="he-IL" dirty="0"/>
              <a:t>3.  תזכורת קצרה לקהל: תיאור היישום / הפונקציונליות של הפרויקט וגבולות הגזרה שלו – כפי שתוכנן מראש. מה תוכנן להכנס פנימה ומה לא. באיזו סביבה תוכנן לעבוד ואיך להיות מוצג.</a:t>
            </a:r>
          </a:p>
          <a:p>
            <a:pPr algn="r"/>
            <a:endParaRPr lang="he-IL" dirty="0"/>
          </a:p>
          <a:p>
            <a:pPr algn="r"/>
            <a:r>
              <a:rPr lang="he-IL" dirty="0"/>
              <a:t>4.  עדכון:</a:t>
            </a:r>
          </a:p>
          <a:p>
            <a:pPr algn="r"/>
            <a:endParaRPr lang="he-IL" dirty="0"/>
          </a:p>
          <a:p>
            <a:pPr algn="r"/>
            <a:r>
              <a:rPr lang="he-IL" dirty="0"/>
              <a:t>א.      מה הצוות פיתח / בדק עד כה</a:t>
            </a:r>
          </a:p>
          <a:p>
            <a:pPr algn="r"/>
            <a:endParaRPr lang="he-IL" dirty="0"/>
          </a:p>
          <a:p>
            <a:pPr algn="r"/>
            <a:r>
              <a:rPr lang="he-IL" dirty="0"/>
              <a:t>ב.      מה הצוות למד לגבי האפליקציה וההתכנות שלה</a:t>
            </a:r>
          </a:p>
          <a:p>
            <a:pPr algn="r"/>
            <a:endParaRPr lang="he-IL" dirty="0"/>
          </a:p>
          <a:p>
            <a:pPr algn="r"/>
            <a:r>
              <a:rPr lang="he-IL" dirty="0"/>
              <a:t>ג.       איך השתנו התוכניות בעקבות זאת לגבי הפרויקט בכלל וה-</a:t>
            </a:r>
            <a:r>
              <a:rPr lang="en-US" dirty="0"/>
              <a:t>POC  </a:t>
            </a:r>
            <a:r>
              <a:rPr lang="he-IL" dirty="0"/>
              <a:t>בפרט, ולמה.</a:t>
            </a:r>
          </a:p>
          <a:p>
            <a:pPr algn="r"/>
            <a:endParaRPr lang="he-IL" dirty="0"/>
          </a:p>
          <a:p>
            <a:pPr algn="r"/>
            <a:r>
              <a:rPr lang="he-IL" dirty="0"/>
              <a:t>5.  הצגה של ה-</a:t>
            </a:r>
            <a:r>
              <a:rPr lang="en-US" dirty="0"/>
              <a:t>POC </a:t>
            </a:r>
            <a:r>
              <a:rPr lang="he-IL" dirty="0"/>
              <a:t>שתוכנן / עודכן:</a:t>
            </a:r>
          </a:p>
          <a:p>
            <a:pPr algn="r"/>
            <a:endParaRPr lang="he-IL" dirty="0"/>
          </a:p>
          <a:p>
            <a:pPr algn="r"/>
            <a:r>
              <a:rPr lang="he-IL" dirty="0"/>
              <a:t>א.      תיאור האפליקציה המעודכנת לאור תוצאות ה-</a:t>
            </a:r>
            <a:r>
              <a:rPr lang="en-US" dirty="0"/>
              <a:t>POC.</a:t>
            </a:r>
          </a:p>
          <a:p>
            <a:pPr algn="r"/>
            <a:endParaRPr lang="en-US" dirty="0"/>
          </a:p>
          <a:p>
            <a:pPr algn="r"/>
            <a:r>
              <a:rPr lang="he-IL" dirty="0"/>
              <a:t>ב.      תיאור תוכנית עבודה לסיום הפרויקט, כולל אינטגרציה, תיעוד, ובדיקות.</a:t>
            </a:r>
          </a:p>
          <a:p>
            <a:pPr algn="r"/>
            <a:endParaRPr lang="he-IL" dirty="0"/>
          </a:p>
          <a:p>
            <a:pPr algn="r"/>
            <a:r>
              <a:rPr lang="he-IL" dirty="0"/>
              <a:t>ג.       הצגה של ה-</a:t>
            </a:r>
            <a:r>
              <a:rPr lang="en-US" dirty="0"/>
              <a:t>POC. </a:t>
            </a:r>
            <a:r>
              <a:rPr lang="he-IL" dirty="0"/>
              <a:t>עדיפות להצגה בעזרת הרובוט הפיזי. בנוסף, בבקשה להכין סרטון גיבוי למקרה שתהיה תקלה בהדגמה עם הרובוט / ההכנות מורכבות מדי. לצורך ההצגות נוכל לעבור למעבדה או לצאת לרחבה שמאחוריה באותה הקומה.</a:t>
            </a:r>
            <a:endParaRPr lang="en-US" dirty="0"/>
          </a:p>
        </p:txBody>
      </p:sp>
      <p:sp>
        <p:nvSpPr>
          <p:cNvPr id="6" name="TextBox 5">
            <a:extLst>
              <a:ext uri="{FF2B5EF4-FFF2-40B4-BE49-F238E27FC236}">
                <a16:creationId xmlns:a16="http://schemas.microsoft.com/office/drawing/2014/main" id="{D404C5F7-ED12-ECDB-EA51-303607F28BA3}"/>
              </a:ext>
            </a:extLst>
          </p:cNvPr>
          <p:cNvSpPr txBox="1"/>
          <p:nvPr/>
        </p:nvSpPr>
        <p:spPr>
          <a:xfrm>
            <a:off x="6097524" y="-406251"/>
            <a:ext cx="6094476" cy="9510296"/>
          </a:xfrm>
          <a:prstGeom prst="rect">
            <a:avLst/>
          </a:prstGeom>
          <a:noFill/>
        </p:spPr>
        <p:txBody>
          <a:bodyPr wrap="square">
            <a:spAutoFit/>
          </a:bodyPr>
          <a:lstStyle/>
          <a:p>
            <a:pPr marL="342900" indent="-342900">
              <a:buFont typeface="+mj-lt"/>
              <a:buAutoNum type="arabicPeriod"/>
            </a:pPr>
            <a:r>
              <a:rPr lang="en-US" dirty="0"/>
              <a:t>Title</a:t>
            </a:r>
          </a:p>
          <a:p>
            <a:pPr marL="342900" indent="-342900">
              <a:buFont typeface="+mj-lt"/>
              <a:buAutoNum type="arabicPeriod"/>
            </a:pPr>
            <a:r>
              <a:rPr lang="en-US" dirty="0"/>
              <a:t>Team names</a:t>
            </a:r>
          </a:p>
          <a:p>
            <a:pPr marL="342900" indent="-342900">
              <a:buFont typeface="+mj-lt"/>
              <a:buAutoNum type="arabicPeriod"/>
            </a:pPr>
            <a:r>
              <a:rPr lang="en-US" dirty="0"/>
              <a:t>Short reminder of what the project functionality and implementation plan was- what we plan to do, what we don’t</a:t>
            </a:r>
          </a:p>
          <a:p>
            <a:pPr marL="342900" indent="-342900">
              <a:buFont typeface="+mj-lt"/>
              <a:buAutoNum type="arabicPeriod"/>
            </a:pPr>
            <a:r>
              <a:rPr lang="en-US" dirty="0"/>
              <a:t>Updates:</a:t>
            </a:r>
          </a:p>
          <a:p>
            <a:pPr marL="800100" lvl="1" indent="-342900">
              <a:buFont typeface="+mj-lt"/>
              <a:buAutoNum type="arabicPeriod"/>
            </a:pPr>
            <a:r>
              <a:rPr lang="en-US" dirty="0"/>
              <a:t>What the team had developed/checked so far:</a:t>
            </a:r>
          </a:p>
          <a:p>
            <a:pPr marL="1257300" lvl="2" indent="-342900">
              <a:buFont typeface="Arial" panose="020B0604020202020204" pitchFamily="34" charset="0"/>
              <a:buChar char="•"/>
            </a:pPr>
            <a:r>
              <a:rPr lang="en-US" dirty="0"/>
              <a:t>Designed &amp; printed pen mount – which doesn’t fit the current drawing tool…</a:t>
            </a:r>
          </a:p>
          <a:p>
            <a:pPr marL="1257300" lvl="2" indent="-342900">
              <a:buFont typeface="Arial" panose="020B0604020202020204" pitchFamily="34" charset="0"/>
              <a:buChar char="•"/>
            </a:pPr>
            <a:r>
              <a:rPr lang="en-US" dirty="0"/>
              <a:t>Maintaining constant force:</a:t>
            </a:r>
          </a:p>
          <a:p>
            <a:pPr marL="1714500" lvl="3" indent="-342900">
              <a:buFont typeface="Arial" panose="020B0604020202020204" pitchFamily="34" charset="0"/>
              <a:buChar char="•"/>
            </a:pPr>
            <a:r>
              <a:rPr lang="en-US" dirty="0"/>
              <a:t>Approaching the page – originally done using force mode, now done rigidly  applying manual control (our hypothesis is force mode didn’t work because of velocity parameter, we may try this again)</a:t>
            </a:r>
          </a:p>
          <a:p>
            <a:pPr marL="1714500" lvl="3" indent="-342900">
              <a:buFont typeface="Arial" panose="020B0604020202020204" pitchFamily="34" charset="0"/>
              <a:buChar char="•"/>
            </a:pPr>
            <a:r>
              <a:rPr lang="en-US" dirty="0"/>
              <a:t>Moving on page- reviewed differences between using </a:t>
            </a:r>
            <a:r>
              <a:rPr lang="en-US" dirty="0" err="1"/>
              <a:t>moveL</a:t>
            </a:r>
            <a:r>
              <a:rPr lang="en-US" dirty="0"/>
              <a:t> (position control gets higher priority than </a:t>
            </a:r>
            <a:r>
              <a:rPr lang="en-US" dirty="0" err="1"/>
              <a:t>forcemode</a:t>
            </a:r>
            <a:r>
              <a:rPr lang="en-US" dirty="0"/>
              <a:t> control), </a:t>
            </a:r>
            <a:r>
              <a:rPr lang="en-US" dirty="0" err="1"/>
              <a:t>servoL</a:t>
            </a:r>
            <a:r>
              <a:rPr lang="en-US" dirty="0"/>
              <a:t> (</a:t>
            </a:r>
            <a:r>
              <a:rPr lang="en-IL" dirty="0"/>
              <a:t>allows you to inject positions in real-time</a:t>
            </a:r>
            <a:r>
              <a:rPr lang="en-US" dirty="0"/>
              <a:t> - </a:t>
            </a:r>
            <a:r>
              <a:rPr lang="en-US" dirty="0" err="1"/>
              <a:t>forcemode</a:t>
            </a:r>
            <a:r>
              <a:rPr lang="en-US" dirty="0"/>
              <a:t> works best)</a:t>
            </a:r>
          </a:p>
          <a:p>
            <a:pPr marL="1714500" lvl="3" indent="-342900">
              <a:buFont typeface="Arial" panose="020B0604020202020204" pitchFamily="34" charset="0"/>
              <a:buChar char="•"/>
            </a:pPr>
            <a:r>
              <a:rPr lang="en-US" dirty="0"/>
              <a:t>Challenges: while validating that the pen had reached the page (as opposed to high force values as result of noise), the marker lingers and causes an ink stain, we want to find a way to get rid of it, might be as simple as changing our drawing tool</a:t>
            </a:r>
          </a:p>
          <a:p>
            <a:pPr marL="800100" lvl="1" indent="-342900">
              <a:buFont typeface="+mj-lt"/>
              <a:buAutoNum type="arabicPeriod"/>
            </a:pPr>
            <a:r>
              <a:rPr lang="en-US" dirty="0"/>
              <a:t>POC </a:t>
            </a:r>
            <a:r>
              <a:rPr lang="en-US"/>
              <a:t>goals reached</a:t>
            </a:r>
            <a:endParaRPr lang="en-US" dirty="0"/>
          </a:p>
          <a:p>
            <a:pPr marL="800100" lvl="1" indent="-342900">
              <a:buFont typeface="+mj-lt"/>
              <a:buAutoNum type="arabicPeriod"/>
            </a:pPr>
            <a:r>
              <a:rPr lang="en-US" dirty="0"/>
              <a:t>Still intend to do everything we planned</a:t>
            </a:r>
          </a:p>
          <a:p>
            <a:pPr lvl="1"/>
            <a:r>
              <a:rPr lang="en-US" dirty="0">
                <a:solidFill>
                  <a:srgbClr val="FF0000"/>
                </a:solidFill>
              </a:rPr>
              <a:t>Timeline??</a:t>
            </a:r>
            <a:endParaRPr lang="en-US" dirty="0"/>
          </a:p>
          <a:p>
            <a:pPr marL="1714500" lvl="3" indent="-342900">
              <a:buFont typeface="Arial" panose="020B0604020202020204" pitchFamily="34" charset="0"/>
              <a:buChar char="•"/>
            </a:pPr>
            <a:endParaRPr lang="en-US" dirty="0"/>
          </a:p>
          <a:p>
            <a:pPr marL="800100" lvl="1" indent="-342900">
              <a:buFont typeface="+mj-lt"/>
              <a:buAutoNum type="arabicPeriod"/>
            </a:pPr>
            <a:endParaRPr lang="en-US" dirty="0"/>
          </a:p>
          <a:p>
            <a:pPr marL="800100" lvl="1" indent="-342900">
              <a:buFont typeface="+mj-lt"/>
              <a:buAutoNum type="arabicPeriod"/>
            </a:pPr>
            <a:endParaRPr lang="en-US" dirty="0"/>
          </a:p>
        </p:txBody>
      </p:sp>
    </p:spTree>
    <p:extLst>
      <p:ext uri="{BB962C8B-B14F-4D97-AF65-F5344CB8AC3E}">
        <p14:creationId xmlns:p14="http://schemas.microsoft.com/office/powerpoint/2010/main" val="2667930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347</Words>
  <Application>Microsoft Office PowerPoint</Application>
  <PresentationFormat>Widescreen</PresentationFormat>
  <Paragraphs>35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Shira Shmuely</dc:creator>
  <cp:lastModifiedBy>Shira Shmuely</cp:lastModifiedBy>
  <cp:revision>1</cp:revision>
  <dcterms:created xsi:type="dcterms:W3CDTF">2026-06-23T11:39:19Z</dcterms:created>
  <dcterms:modified xsi:type="dcterms:W3CDTF">2026-06-24T10:41:29Z</dcterms:modified>
</cp:coreProperties>
</file>